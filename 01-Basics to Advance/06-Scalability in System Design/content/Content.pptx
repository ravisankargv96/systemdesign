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1776" y="2209598"/>
            <a:ext cx="6920446" cy="476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7197090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6014" y="1314367"/>
            <a:ext cx="3733165" cy="310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2077551" y="1490473"/>
            <a:ext cx="4991100" cy="6902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350" spc="-330" dirty="0"/>
              <a:t>Mastering</a:t>
            </a:r>
            <a:r>
              <a:rPr sz="4350" spc="-80" dirty="0"/>
              <a:t> </a:t>
            </a:r>
            <a:r>
              <a:rPr sz="4350" spc="-330" dirty="0"/>
              <a:t>System</a:t>
            </a:r>
            <a:r>
              <a:rPr sz="4350" spc="-65" dirty="0"/>
              <a:t> </a:t>
            </a:r>
            <a:r>
              <a:rPr sz="4350" spc="-275" dirty="0"/>
              <a:t>Design</a:t>
            </a:r>
            <a:endParaRPr sz="4350"/>
          </a:p>
        </p:txBody>
      </p:sp>
      <p:sp>
        <p:nvSpPr>
          <p:cNvPr id="9" name="object 9"/>
          <p:cNvSpPr txBox="1"/>
          <p:nvPr/>
        </p:nvSpPr>
        <p:spPr>
          <a:xfrm>
            <a:off x="1881935" y="2297787"/>
            <a:ext cx="5374005" cy="10045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685D46"/>
                </a:solidFill>
                <a:latin typeface="Arial"/>
                <a:cs typeface="Arial"/>
              </a:rPr>
              <a:t>Section</a:t>
            </a:r>
            <a:r>
              <a:rPr sz="2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85D46"/>
                </a:solidFill>
                <a:latin typeface="Arial"/>
                <a:cs typeface="Arial"/>
              </a:rPr>
              <a:t>6:</a:t>
            </a:r>
            <a:r>
              <a:rPr sz="2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sz="2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spc="9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2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2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endParaRPr sz="2400">
              <a:latin typeface="Arial"/>
              <a:cs typeface="Arial"/>
            </a:endParaRPr>
          </a:p>
          <a:p>
            <a:pPr marL="3810" algn="ctr">
              <a:lnSpc>
                <a:spcPct val="100000"/>
              </a:lnSpc>
              <a:spcBef>
                <a:spcPts val="1945"/>
              </a:spcBef>
            </a:pPr>
            <a:r>
              <a:rPr sz="2400" spc="-10" dirty="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65" dirty="0"/>
              <a:t>Scalability</a:t>
            </a:r>
            <a:r>
              <a:rPr spc="-254" dirty="0"/>
              <a:t> </a:t>
            </a:r>
            <a:r>
              <a:rPr spc="-10" dirty="0"/>
              <a:t>-</a:t>
            </a:r>
            <a:r>
              <a:rPr spc="-229" dirty="0"/>
              <a:t> </a:t>
            </a:r>
            <a:r>
              <a:rPr spc="-200" dirty="0"/>
              <a:t>Section</a:t>
            </a:r>
            <a:r>
              <a:rPr spc="-130" dirty="0"/>
              <a:t> </a:t>
            </a:r>
            <a:r>
              <a:rPr spc="-265" dirty="0"/>
              <a:t>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2564" y="1289058"/>
            <a:ext cx="7667625" cy="160274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431800" algn="l"/>
              </a:tabLst>
            </a:pP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Introduction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Scalability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Strategies: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Horizontal,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Vertical</a:t>
            </a:r>
            <a:r>
              <a:rPr sz="18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Diagonal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Understanding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Balancers: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Types,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Algorithms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Cloud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Solutions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Autoscaling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Best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Practices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Cloud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Environments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Summary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Final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Thoughts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47</Words>
  <Application>Microsoft Office PowerPoint</Application>
  <PresentationFormat>On-screen Show (16:9)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Mastering System Design</vt:lpstr>
      <vt:lpstr>Scalability - Section Agenda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Design - Section 6</dc:title>
  <cp:lastModifiedBy>RAVI GV</cp:lastModifiedBy>
  <cp:revision>1</cp:revision>
  <dcterms:created xsi:type="dcterms:W3CDTF">2025-11-26T16:01:40Z</dcterms:created>
  <dcterms:modified xsi:type="dcterms:W3CDTF">2025-11-26T16:35:26Z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2025-11-26T00:00:00Z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2025-11-26T00:00:00Z</vt:filetime>
  </property>
</Properties>
</file>