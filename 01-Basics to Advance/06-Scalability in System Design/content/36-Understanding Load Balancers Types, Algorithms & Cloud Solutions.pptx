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776" y="2209598"/>
            <a:ext cx="6920446" cy="47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19709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14" y="1314367"/>
            <a:ext cx="3733165" cy="310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45895">
              <a:lnSpc>
                <a:spcPct val="100000"/>
              </a:lnSpc>
              <a:spcBef>
                <a:spcPts val="110"/>
              </a:spcBef>
            </a:pPr>
            <a:r>
              <a:rPr sz="2950" spc="-225" dirty="0"/>
              <a:t>Understanding</a:t>
            </a:r>
            <a:r>
              <a:rPr sz="2950" spc="-40" dirty="0"/>
              <a:t> </a:t>
            </a:r>
            <a:r>
              <a:rPr sz="2950" spc="-225" dirty="0"/>
              <a:t>Load</a:t>
            </a:r>
            <a:r>
              <a:rPr sz="2950" spc="-45" dirty="0"/>
              <a:t> </a:t>
            </a:r>
            <a:r>
              <a:rPr sz="2950" spc="-180" dirty="0"/>
              <a:t>Balancers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419687" y="2881814"/>
            <a:ext cx="2303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50" dirty="0"/>
              <a:t> </a:t>
            </a:r>
            <a:r>
              <a:rPr spc="-225" dirty="0"/>
              <a:t>Load</a:t>
            </a:r>
            <a:r>
              <a:rPr spc="-45" dirty="0"/>
              <a:t> </a:t>
            </a:r>
            <a:r>
              <a:rPr spc="-190" dirty="0"/>
              <a:t>Balancing</a:t>
            </a:r>
            <a:r>
              <a:rPr spc="-50" dirty="0"/>
              <a:t> </a:t>
            </a:r>
            <a:r>
              <a:rPr spc="-90" dirty="0"/>
              <a:t>is</a:t>
            </a:r>
            <a:r>
              <a:rPr spc="-45" dirty="0"/>
              <a:t> </a:t>
            </a:r>
            <a:r>
              <a:rPr spc="-290" dirty="0"/>
              <a:t>Needed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52" y="1323759"/>
            <a:ext cx="3985895" cy="306578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7980" marR="312420" indent="-335915">
              <a:lnSpc>
                <a:spcPts val="1590"/>
              </a:lnSpc>
              <a:spcBef>
                <a:spcPts val="22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Availability: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uptime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under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400">
              <a:latin typeface="Arial"/>
              <a:cs typeface="Arial"/>
            </a:endParaRPr>
          </a:p>
          <a:p>
            <a:pPr marL="347980" marR="5638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Distribution: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Spreads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evenly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47980" marR="59690" indent="-335915">
              <a:lnSpc>
                <a:spcPts val="1590"/>
              </a:lnSpc>
              <a:spcBef>
                <a:spcPts val="5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Overload: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Avoids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overburdening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  <a:p>
            <a:pPr marL="347980" marR="32131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400">
              <a:latin typeface="Arial"/>
              <a:cs typeface="Arial"/>
            </a:endParaRPr>
          </a:p>
          <a:p>
            <a:pPr marL="347980" marR="50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Gracefully: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Redirects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failure.</a:t>
            </a:r>
            <a:endParaRPr sz="1400">
              <a:latin typeface="Arial"/>
              <a:cs typeface="Arial"/>
            </a:endParaRPr>
          </a:p>
          <a:p>
            <a:pPr marL="347980" marR="287655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 eﬃciently.</a:t>
            </a:r>
            <a:endParaRPr sz="1400">
              <a:latin typeface="Arial"/>
              <a:cs typeface="Arial"/>
            </a:endParaRPr>
          </a:p>
          <a:p>
            <a:pPr marL="347980" marR="28575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site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peak-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hour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5507" y="1207732"/>
            <a:ext cx="2910216" cy="3492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Types</a:t>
            </a:r>
            <a:r>
              <a:rPr spc="-45" dirty="0"/>
              <a:t> </a:t>
            </a:r>
            <a:r>
              <a:rPr spc="-250" dirty="0"/>
              <a:t>of</a:t>
            </a:r>
            <a:r>
              <a:rPr spc="-45" dirty="0"/>
              <a:t> </a:t>
            </a:r>
            <a:r>
              <a:rPr spc="-225" dirty="0"/>
              <a:t>Load</a:t>
            </a:r>
            <a:r>
              <a:rPr spc="-45" dirty="0"/>
              <a:t> </a:t>
            </a:r>
            <a:r>
              <a:rPr spc="-185" dirty="0"/>
              <a:t>Balancers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7813675" cy="218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(Transport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TCP/UDP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network-level</a:t>
            </a:r>
            <a:r>
              <a:rPr sz="1400" spc="48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(Application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HTTP/HTTPS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making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decisions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80"/>
              </a:lnSpc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content.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Specialized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F5,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Citrix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NetScaler).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Nginx,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HAProxy,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Envoy.</a:t>
            </a:r>
            <a:endParaRPr sz="1400">
              <a:latin typeface="Arial"/>
              <a:cs typeface="Arial"/>
            </a:endParaRPr>
          </a:p>
          <a:p>
            <a:pPr marL="836294" marR="25654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Elastic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685D46"/>
                </a:solidFill>
                <a:latin typeface="Arial"/>
                <a:cs typeface="Arial"/>
              </a:rPr>
              <a:t>(ELB),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6945" y="3375675"/>
            <a:ext cx="3942848" cy="1429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25" dirty="0"/>
              <a:t>Load</a:t>
            </a:r>
            <a:r>
              <a:rPr spc="-25" dirty="0"/>
              <a:t> </a:t>
            </a:r>
            <a:r>
              <a:rPr spc="-190" dirty="0"/>
              <a:t>Balancing</a:t>
            </a:r>
            <a:r>
              <a:rPr spc="-25" dirty="0"/>
              <a:t> </a:t>
            </a:r>
            <a:r>
              <a:rPr spc="-14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3907790" cy="2959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8300" indent="-355600">
              <a:lnSpc>
                <a:spcPts val="1945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marL="826135" marR="452755" lvl="1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Robin: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sequentially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to</a:t>
            </a:r>
            <a:r>
              <a:rPr sz="13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Connections: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fewest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connections.</a:t>
            </a:r>
            <a:endParaRPr sz="1300">
              <a:latin typeface="Arial"/>
              <a:cs typeface="Arial"/>
            </a:endParaRPr>
          </a:p>
          <a:p>
            <a:pPr marL="826135" marR="189230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sz="13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Hashing: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Routes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3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IP.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10"/>
              </a:lnSpc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65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marL="826135" marR="5080" lvl="1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Least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Time: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requests </a:t>
            </a:r>
            <a:r>
              <a:rPr sz="1300" spc="4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fastest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Adaptive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300" spc="-2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monitoring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decisions.</a:t>
            </a:r>
            <a:endParaRPr sz="1300">
              <a:latin typeface="Arial"/>
              <a:cs typeface="Arial"/>
            </a:endParaRPr>
          </a:p>
          <a:p>
            <a:pPr marL="826135" marR="231775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Assigns </a:t>
            </a:r>
            <a:r>
              <a:rPr sz="1300" spc="6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weights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capacity.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230950"/>
            <a:ext cx="4571999" cy="2216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25" dirty="0"/>
              <a:t>Load</a:t>
            </a:r>
            <a:r>
              <a:rPr spc="-35" dirty="0"/>
              <a:t> </a:t>
            </a:r>
            <a:r>
              <a:rPr spc="-220" dirty="0"/>
              <a:t>Balancer</a:t>
            </a:r>
            <a:r>
              <a:rPr spc="-30" dirty="0"/>
              <a:t> </a:t>
            </a:r>
            <a:r>
              <a:rPr spc="-165" dirty="0"/>
              <a:t>in</a:t>
            </a:r>
            <a:r>
              <a:rPr spc="-145" dirty="0"/>
              <a:t> </a:t>
            </a:r>
            <a:r>
              <a:rPr spc="-200" dirty="0"/>
              <a:t>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870960" cy="13481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Scenario:</a:t>
            </a:r>
            <a:endParaRPr sz="1800">
              <a:latin typeface="Arial"/>
              <a:cs typeface="Arial"/>
            </a:endParaRPr>
          </a:p>
          <a:p>
            <a:pPr marL="836294" marR="435609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them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450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Choosing</a:t>
            </a:r>
            <a:r>
              <a:rPr spc="-25" dirty="0"/>
              <a:t> </a:t>
            </a:r>
            <a:r>
              <a:rPr spc="-229" dirty="0"/>
              <a:t>the</a:t>
            </a:r>
            <a:r>
              <a:rPr spc="-25" dirty="0"/>
              <a:t> </a:t>
            </a:r>
            <a:r>
              <a:rPr spc="-160" dirty="0"/>
              <a:t>Right</a:t>
            </a:r>
            <a:r>
              <a:rPr spc="-20" dirty="0"/>
              <a:t> </a:t>
            </a:r>
            <a:r>
              <a:rPr spc="-225" dirty="0"/>
              <a:t>Load</a:t>
            </a:r>
            <a:r>
              <a:rPr spc="-25" dirty="0"/>
              <a:t> </a:t>
            </a:r>
            <a:r>
              <a:rPr spc="-195" dirty="0"/>
              <a:t>Balancer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618730" cy="203453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7: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type.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Needs: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Matching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volume.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Concerns: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protection.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Nginx/HAProxy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0" dirty="0">
                <a:solidFill>
                  <a:srgbClr val="685D46"/>
                </a:solidFill>
                <a:latin typeface="Arial"/>
                <a:cs typeface="Arial"/>
              </a:rPr>
              <a:t>ELB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for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centers.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40" dirty="0"/>
              <a:t> </a:t>
            </a:r>
            <a:r>
              <a:rPr spc="-229" dirty="0"/>
              <a:t>Questions</a:t>
            </a:r>
            <a:r>
              <a:rPr spc="-30" dirty="0"/>
              <a:t> </a:t>
            </a:r>
            <a:r>
              <a:rPr spc="-275" dirty="0"/>
              <a:t>on</a:t>
            </a:r>
            <a:r>
              <a:rPr spc="-30" dirty="0"/>
              <a:t> </a:t>
            </a:r>
            <a:r>
              <a:rPr spc="-225" dirty="0"/>
              <a:t>Load</a:t>
            </a:r>
            <a:r>
              <a:rPr spc="-30" dirty="0"/>
              <a:t> </a:t>
            </a:r>
            <a:r>
              <a:rPr spc="-160" dirty="0"/>
              <a:t>Balancing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7919084" cy="291782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balancing,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failover?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Cases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Robin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Connections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strategies.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hardware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one?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solution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large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site?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factors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strategy?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security?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265159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reliability,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exist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models.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strategy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depends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needs.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highly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available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resilient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Environments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512</Words>
  <Application>Microsoft Office PowerPoint</Application>
  <PresentationFormat>On-screen Show (16:9)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Understanding Load Balancers</vt:lpstr>
      <vt:lpstr>Why Load Balancing is Needed</vt:lpstr>
      <vt:lpstr>Types of Load Balancers</vt:lpstr>
      <vt:lpstr>Load Balancing Strategies</vt:lpstr>
      <vt:lpstr>Load Balancer in Action</vt:lpstr>
      <vt:lpstr>Choosing the Right Load Balancer</vt:lpstr>
      <vt:lpstr>Interview Questions on Load Balancing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6</dc:title>
  <cp:lastModifiedBy>RAVI GV</cp:lastModifiedBy>
  <cp:revision>1</cp:revision>
  <dcterms:created xsi:type="dcterms:W3CDTF">2025-11-26T16:01:40Z</dcterms:created>
  <dcterms:modified xsi:type="dcterms:W3CDTF">2025-11-26T16:38:47Z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