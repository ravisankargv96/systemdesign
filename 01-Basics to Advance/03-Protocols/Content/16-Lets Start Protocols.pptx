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49322" y="2146606"/>
            <a:ext cx="6845354" cy="5403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7553959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289058"/>
            <a:ext cx="7513955" cy="2700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2077551" y="1490473"/>
            <a:ext cx="4991100" cy="6902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350" spc="-330" dirty="0"/>
              <a:t>Mastering</a:t>
            </a:r>
            <a:r>
              <a:rPr sz="4350" spc="-80" dirty="0"/>
              <a:t> </a:t>
            </a:r>
            <a:r>
              <a:rPr sz="4350" spc="-330" dirty="0"/>
              <a:t>System</a:t>
            </a:r>
            <a:r>
              <a:rPr sz="4350" spc="-65" dirty="0"/>
              <a:t> </a:t>
            </a:r>
            <a:r>
              <a:rPr sz="4350" spc="-275" dirty="0"/>
              <a:t>Design</a:t>
            </a:r>
            <a:endParaRPr sz="4350"/>
          </a:p>
        </p:txBody>
      </p:sp>
      <p:sp>
        <p:nvSpPr>
          <p:cNvPr id="9" name="object 9"/>
          <p:cNvSpPr txBox="1"/>
          <p:nvPr/>
        </p:nvSpPr>
        <p:spPr>
          <a:xfrm>
            <a:off x="2417245" y="2297787"/>
            <a:ext cx="4305935" cy="10045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685D46"/>
                </a:solidFill>
                <a:latin typeface="Arial"/>
                <a:cs typeface="Arial"/>
              </a:rPr>
              <a:t>Section</a:t>
            </a:r>
            <a:r>
              <a:rPr sz="2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85D46"/>
                </a:solidFill>
                <a:latin typeface="Arial"/>
                <a:cs typeface="Arial"/>
              </a:rPr>
              <a:t>3:</a:t>
            </a:r>
            <a:r>
              <a:rPr sz="2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85D46"/>
                </a:solidFill>
                <a:latin typeface="Arial"/>
                <a:cs typeface="Arial"/>
              </a:rPr>
              <a:t>Protocols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945"/>
              </a:spcBef>
            </a:pPr>
            <a:r>
              <a:rPr sz="2400" spc="75" dirty="0">
                <a:solidFill>
                  <a:srgbClr val="685D46"/>
                </a:solidFill>
                <a:latin typeface="Arial"/>
                <a:cs typeface="Arial"/>
              </a:rPr>
              <a:t>Networking</a:t>
            </a:r>
            <a:r>
              <a:rPr sz="24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2400" spc="140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24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2400" spc="60" dirty="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00" dirty="0"/>
              <a:t>Section</a:t>
            </a:r>
            <a:r>
              <a:rPr spc="-145" dirty="0"/>
              <a:t> </a:t>
            </a:r>
            <a:r>
              <a:rPr spc="-265" dirty="0"/>
              <a:t>Agenda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2564" y="1289058"/>
            <a:ext cx="6047105" cy="191833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Lecture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1: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45" dirty="0">
                <a:solidFill>
                  <a:srgbClr val="685D46"/>
                </a:solidFill>
                <a:latin typeface="Arial"/>
                <a:cs typeface="Arial"/>
              </a:rPr>
              <a:t>TCP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UDP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-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Understanding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Basics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Lecture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2: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85" dirty="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Backbone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Lecture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3: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90" dirty="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685D46"/>
                </a:solidFill>
                <a:latin typeface="Arial"/>
                <a:cs typeface="Arial"/>
              </a:rPr>
              <a:t>RESTfulness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-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Design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Principles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Lecture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4: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Real-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Time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Protocols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Lecture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5: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Modern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Protocols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Beyond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Lecture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6: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Summary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Practical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64</Words>
  <Application>Microsoft Office PowerPoint</Application>
  <PresentationFormat>On-screen Show (16:9)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Mastering System Design</vt:lpstr>
      <vt:lpstr>Section Agenda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System Design - Section 3</dc:title>
  <cp:lastModifiedBy>RAVI GV</cp:lastModifiedBy>
  <cp:revision>1</cp:revision>
  <dcterms:created xsi:type="dcterms:W3CDTF">2025-11-15T15:13:02Z</dcterms:created>
  <dcterms:modified xsi:type="dcterms:W3CDTF">2025-11-15T15:19:13Z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2025-11-15T00:00:00Z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2025-11-15T00:00:00Z</vt:filetime>
  </property>
</Properties>
</file>