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4" r:id="rId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49322" y="2146606"/>
            <a:ext cx="6845354" cy="540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553959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7513955" cy="270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285" dirty="0"/>
              <a:t> </a:t>
            </a:r>
            <a:r>
              <a:rPr spc="-10" dirty="0"/>
              <a:t>-</a:t>
            </a:r>
            <a:r>
              <a:rPr spc="-265" dirty="0"/>
              <a:t> </a:t>
            </a:r>
            <a:r>
              <a:rPr spc="-190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122920" cy="294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this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section,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explored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protocols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essential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design: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114" dirty="0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Basics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7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Backbone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-15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685D46"/>
                </a:solidFill>
                <a:latin typeface="Arial"/>
                <a:cs typeface="Arial"/>
              </a:rPr>
              <a:t>RESTfulness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Principles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Protocols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Beyond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Next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Up: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400" spc="3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400">
              <a:latin typeface="Arial"/>
              <a:cs typeface="Arial"/>
            </a:endParaRPr>
          </a:p>
          <a:p>
            <a:pPr marL="836294" marR="151130" lvl="1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now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shift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focus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patterns,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which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deﬁne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interact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in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72</Words>
  <Application>Microsoft Office PowerPoint</Application>
  <PresentationFormat>On-screen Show (16:9)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Summary - Protocols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3</dc:title>
  <cp:lastModifiedBy>RAVI GV</cp:lastModifiedBy>
  <cp:revision>1</cp:revision>
  <dcterms:created xsi:type="dcterms:W3CDTF">2025-11-15T15:13:02Z</dcterms:created>
  <dcterms:modified xsi:type="dcterms:W3CDTF">2025-11-15T15:24:32Z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