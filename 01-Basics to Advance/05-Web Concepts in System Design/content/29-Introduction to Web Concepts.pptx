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007735" y="3176887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75034" y="3158251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04144" y="10220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04144" y="11744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04151" y="41214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151" y="39690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79312" y="2209598"/>
            <a:ext cx="6785374" cy="477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4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4DB6A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1590"/>
            <a:ext cx="7675880" cy="519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249" y="1289058"/>
            <a:ext cx="3997325" cy="2865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07735" y="3176887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75034" y="3158251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04144" y="10220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04144" y="11744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04151" y="41214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04151" y="39690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2077551" y="1490473"/>
            <a:ext cx="4991100" cy="6902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350" spc="-330" dirty="0"/>
              <a:t>Mastering</a:t>
            </a:r>
            <a:r>
              <a:rPr sz="4350" spc="-80" dirty="0"/>
              <a:t> </a:t>
            </a:r>
            <a:r>
              <a:rPr sz="4350" spc="-330" dirty="0"/>
              <a:t>System</a:t>
            </a:r>
            <a:r>
              <a:rPr sz="4350" spc="-65" dirty="0"/>
              <a:t> </a:t>
            </a:r>
            <a:r>
              <a:rPr sz="4350" spc="-275" dirty="0"/>
              <a:t>Design</a:t>
            </a:r>
            <a:endParaRPr sz="4350"/>
          </a:p>
        </p:txBody>
      </p:sp>
      <p:sp>
        <p:nvSpPr>
          <p:cNvPr id="9" name="object 9"/>
          <p:cNvSpPr txBox="1"/>
          <p:nvPr/>
        </p:nvSpPr>
        <p:spPr>
          <a:xfrm>
            <a:off x="1566643" y="2297787"/>
            <a:ext cx="6005195" cy="10045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685D46"/>
                </a:solidFill>
                <a:latin typeface="Arial"/>
                <a:cs typeface="Arial"/>
              </a:rPr>
              <a:t>Section</a:t>
            </a:r>
            <a:r>
              <a:rPr sz="2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85D46"/>
                </a:solidFill>
                <a:latin typeface="Arial"/>
                <a:cs typeface="Arial"/>
              </a:rPr>
              <a:t>5:</a:t>
            </a:r>
            <a:r>
              <a:rPr sz="2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2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85D46"/>
                </a:solidFill>
                <a:latin typeface="Arial"/>
                <a:cs typeface="Arial"/>
              </a:rPr>
              <a:t>Concepts</a:t>
            </a:r>
            <a:r>
              <a:rPr sz="2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2400" spc="9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2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24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endParaRPr sz="2400">
              <a:latin typeface="Arial"/>
              <a:cs typeface="Arial"/>
            </a:endParaRPr>
          </a:p>
          <a:p>
            <a:pPr marL="1905" algn="ctr">
              <a:lnSpc>
                <a:spcPct val="100000"/>
              </a:lnSpc>
              <a:spcBef>
                <a:spcPts val="1945"/>
              </a:spcBef>
            </a:pPr>
            <a:r>
              <a:rPr sz="2400" dirty="0">
                <a:solidFill>
                  <a:srgbClr val="685D46"/>
                </a:solidFill>
                <a:latin typeface="Arial"/>
                <a:cs typeface="Arial"/>
              </a:rPr>
              <a:t>System Design </a:t>
            </a:r>
            <a:r>
              <a:rPr sz="2400" spc="-10" dirty="0">
                <a:solidFill>
                  <a:srgbClr val="685D46"/>
                </a:solidFill>
                <a:latin typeface="Arial"/>
                <a:cs typeface="Arial"/>
              </a:rPr>
              <a:t>Fundamentals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3811904" cy="5194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370" dirty="0"/>
              <a:t>Why</a:t>
            </a:r>
            <a:r>
              <a:rPr spc="-145" dirty="0"/>
              <a:t> </a:t>
            </a:r>
            <a:r>
              <a:rPr spc="-215" dirty="0"/>
              <a:t>Learn</a:t>
            </a:r>
            <a:r>
              <a:rPr spc="-105" dirty="0"/>
              <a:t> </a:t>
            </a:r>
            <a:r>
              <a:rPr spc="-425" dirty="0"/>
              <a:t>Web</a:t>
            </a:r>
            <a:r>
              <a:rPr spc="-80" dirty="0"/>
              <a:t> </a:t>
            </a:r>
            <a:r>
              <a:rPr spc="-220" dirty="0"/>
              <a:t>Concepts?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3807460" cy="223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6223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Importance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6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principles</a:t>
            </a:r>
            <a:r>
              <a:rPr sz="1800" spc="7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in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modern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endParaRPr sz="1800">
              <a:latin typeface="Arial"/>
              <a:cs typeface="Arial"/>
            </a:endParaRPr>
          </a:p>
          <a:p>
            <a:pPr marL="379095" marR="24384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Impact</a:t>
            </a:r>
            <a:r>
              <a:rPr sz="1800" spc="1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sz="1800" spc="16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scalability,</a:t>
            </a:r>
            <a:r>
              <a:rPr sz="1800" spc="15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security,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sz="1800" spc="-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performance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sz="1800" spc="-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55" dirty="0">
                <a:solidFill>
                  <a:srgbClr val="685D46"/>
                </a:solidFill>
                <a:latin typeface="Arial"/>
                <a:cs typeface="Arial"/>
              </a:rPr>
              <a:t>understanding</a:t>
            </a:r>
            <a:r>
              <a:rPr sz="1800" spc="-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these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concepts</a:t>
            </a:r>
            <a:r>
              <a:rPr sz="180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helps</a:t>
            </a:r>
            <a:r>
              <a:rPr sz="180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800" spc="1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sz="1800" spc="12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design 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interviews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304825"/>
            <a:ext cx="4267200" cy="28116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pc="-200" dirty="0"/>
              <a:t>Section</a:t>
            </a:r>
            <a:r>
              <a:rPr spc="-145" dirty="0"/>
              <a:t> </a:t>
            </a:r>
            <a:r>
              <a:rPr spc="-265" dirty="0"/>
              <a:t>Agenda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2564" y="1289058"/>
            <a:ext cx="6051550" cy="128778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420"/>
              </a:spcBef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685D46"/>
                </a:solidFill>
                <a:latin typeface="Arial"/>
                <a:cs typeface="Arial"/>
              </a:rPr>
              <a:t>Sessions: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Managing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State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sz="1800" spc="3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1800" spc="3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Applications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Serialization: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sz="1800" spc="4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Exchange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spc="5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Storage</a:t>
            </a:r>
            <a:r>
              <a:rPr sz="1800" spc="4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Formats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sz="1800" spc="-135" dirty="0">
                <a:solidFill>
                  <a:srgbClr val="685D46"/>
                </a:solidFill>
                <a:latin typeface="Arial"/>
                <a:cs typeface="Arial"/>
              </a:rPr>
              <a:t>CORS:</a:t>
            </a:r>
            <a:r>
              <a:rPr sz="1800" spc="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Cross-Origin</a:t>
            </a:r>
            <a:r>
              <a:rPr sz="1800" spc="2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Resource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Sharing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spc="1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sz="1800" spc="1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Summary</a:t>
            </a:r>
            <a:r>
              <a:rPr sz="1800" spc="85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105" dirty="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685D46"/>
                </a:solidFill>
                <a:latin typeface="Arial"/>
                <a:cs typeface="Arial"/>
              </a:rPr>
              <a:t>Practical</a:t>
            </a:r>
            <a:r>
              <a:rPr sz="1800" spc="90" dirty="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685D46"/>
                </a:solidFill>
                <a:latin typeface="Arial"/>
                <a:cs typeface="Arial"/>
              </a:rPr>
              <a:t>Applications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85D4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73</Words>
  <Application>Microsoft Office PowerPoint</Application>
  <PresentationFormat>On-screen Show (16:9)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Mastering System Design</vt:lpstr>
      <vt:lpstr>Why Learn Web Concepts?</vt:lpstr>
      <vt:lpstr>Section Agenda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 System Design - Section 5</dc:title>
  <cp:lastModifiedBy>RAVI GV</cp:lastModifiedBy>
  <cp:revision>1</cp:revision>
  <dcterms:created xsi:type="dcterms:W3CDTF">2025-11-26T16:47:13Z</dcterms:created>
  <dcterms:modified xsi:type="dcterms:W3CDTF">2025-11-26T16:49:04Z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2025-11-26T00:00:00Z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2025-11-26T00:00:00Z</vt:filetime>
  </property>
</Properties>
</file>