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5" r:id="rId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Section</a:t>
            </a:r>
            <a:r>
              <a:rPr spc="-40" dirty="0"/>
              <a:t> </a:t>
            </a:r>
            <a:r>
              <a:rPr spc="-290" dirty="0"/>
              <a:t>Summary</a:t>
            </a:r>
            <a:r>
              <a:rPr spc="-270" dirty="0"/>
              <a:t> </a:t>
            </a:r>
            <a:r>
              <a:rPr spc="-10" dirty="0"/>
              <a:t>-</a:t>
            </a:r>
            <a:r>
              <a:rPr spc="-365" dirty="0"/>
              <a:t> </a:t>
            </a:r>
            <a:r>
              <a:rPr spc="-200" dirty="0"/>
              <a:t>Architectural</a:t>
            </a:r>
            <a:r>
              <a:rPr spc="-40" dirty="0"/>
              <a:t> </a:t>
            </a:r>
            <a:r>
              <a:rPr spc="-165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783195" cy="23996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patterns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oﬀs.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Multi-Tier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separation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concerns.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Microservices: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Decoupled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enabling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deployment.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Architecture: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Asynchronous,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loosely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coupled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  <a:p>
            <a:pPr marL="836294" marR="213360" lvl="1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Learned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cases,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considerations,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choosing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architecture.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</Words>
  <Application>Microsoft Office PowerPoint</Application>
  <PresentationFormat>On-screen Show (16:9)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Section Summary - Architectural Patterns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2025-11-26T17:01:54Z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