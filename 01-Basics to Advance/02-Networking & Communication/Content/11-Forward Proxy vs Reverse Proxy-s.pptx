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9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23619">
              <a:lnSpc>
                <a:spcPct val="100000"/>
              </a:lnSpc>
              <a:spcBef>
                <a:spcPts val="110"/>
              </a:spcBef>
            </a:pPr>
            <a:r>
              <a:rPr sz="3350" spc="-285" dirty="0"/>
              <a:t>Forward</a:t>
            </a:r>
            <a:r>
              <a:rPr sz="3350" spc="-40" dirty="0"/>
              <a:t> </a:t>
            </a:r>
            <a:r>
              <a:rPr sz="3350" spc="-235" dirty="0"/>
              <a:t>Proxy</a:t>
            </a:r>
            <a:r>
              <a:rPr sz="3350" spc="-200" dirty="0"/>
              <a:t> </a:t>
            </a:r>
            <a:r>
              <a:rPr sz="3350" spc="-210" dirty="0"/>
              <a:t>vs.</a:t>
            </a:r>
            <a:r>
              <a:rPr sz="3350" spc="-254" dirty="0"/>
              <a:t> </a:t>
            </a:r>
            <a:r>
              <a:rPr sz="3350" spc="-260" dirty="0"/>
              <a:t>Reverse</a:t>
            </a:r>
            <a:r>
              <a:rPr sz="3350" spc="-35" dirty="0"/>
              <a:t> </a:t>
            </a:r>
            <a:r>
              <a:rPr sz="3350" spc="-180" dirty="0"/>
              <a:t>Proxy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30" dirty="0"/>
              <a:t>What</a:t>
            </a:r>
            <a:r>
              <a:rPr sz="3200" spc="-60" dirty="0"/>
              <a:t> </a:t>
            </a:r>
            <a:r>
              <a:rPr sz="3200" spc="-90" dirty="0"/>
              <a:t>is</a:t>
            </a:r>
            <a:r>
              <a:rPr sz="3200" spc="-80" dirty="0"/>
              <a:t> </a:t>
            </a:r>
            <a:r>
              <a:rPr sz="3200" spc="-254" dirty="0"/>
              <a:t>a</a:t>
            </a:r>
            <a:r>
              <a:rPr sz="3200" spc="-60" dirty="0"/>
              <a:t> </a:t>
            </a:r>
            <a:r>
              <a:rPr sz="3200" spc="-190" dirty="0"/>
              <a:t>Proxy?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950335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4826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intermediary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another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800">
              <a:latin typeface="Arial"/>
              <a:cs typeface="Arial"/>
            </a:endParaRPr>
          </a:p>
          <a:p>
            <a:pPr marL="379095" marR="67564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security,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control,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anonymity.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Two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main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types: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800" spc="-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Proxy.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043799" cy="1662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72554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30" dirty="0"/>
              <a:t>What</a:t>
            </a:r>
            <a:r>
              <a:rPr sz="3200" spc="-60" dirty="0"/>
              <a:t> </a:t>
            </a:r>
            <a:r>
              <a:rPr sz="3200" spc="-90" dirty="0"/>
              <a:t>is</a:t>
            </a:r>
            <a:r>
              <a:rPr sz="3200" spc="-80" dirty="0"/>
              <a:t> </a:t>
            </a:r>
            <a:r>
              <a:rPr sz="3200" spc="-254" dirty="0"/>
              <a:t>a</a:t>
            </a:r>
            <a:r>
              <a:rPr sz="3200" spc="-60" dirty="0"/>
              <a:t> </a:t>
            </a:r>
            <a:r>
              <a:rPr sz="3200" spc="-254" dirty="0"/>
              <a:t>Forward</a:t>
            </a:r>
            <a:r>
              <a:rPr sz="3200" spc="-60" dirty="0"/>
              <a:t> </a:t>
            </a:r>
            <a:r>
              <a:rPr sz="3200" spc="-180" dirty="0"/>
              <a:t>Proxy?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3823335" cy="29933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386080" indent="-367030">
              <a:lnSpc>
                <a:spcPts val="2270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Sits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internet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(used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clients).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connect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endParaRPr sz="1800">
              <a:latin typeface="Arial"/>
              <a:cs typeface="Arial"/>
            </a:endParaRPr>
          </a:p>
          <a:p>
            <a:pPr marL="379095" marR="876935">
              <a:lnSpc>
                <a:spcPct val="105000"/>
              </a:lnSpc>
            </a:pP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directly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accessing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websites.</a:t>
            </a:r>
            <a:endParaRPr sz="1800">
              <a:latin typeface="Arial"/>
              <a:cs typeface="Arial"/>
            </a:endParaRPr>
          </a:p>
          <a:p>
            <a:pPr marL="379095" marR="67310" indent="-367030">
              <a:lnSpc>
                <a:spcPct val="105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ﬁlter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content,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provide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anonymity,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1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Bypassing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geo-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restrictions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Anonymous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browsing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(VPNs,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TOR)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pages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access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9714" y="1266325"/>
            <a:ext cx="4680797" cy="1964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9797" y="3320218"/>
            <a:ext cx="3681410" cy="15841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30" dirty="0"/>
              <a:t>What</a:t>
            </a:r>
            <a:r>
              <a:rPr sz="3200" spc="-55" dirty="0"/>
              <a:t> </a:t>
            </a:r>
            <a:r>
              <a:rPr sz="3200" spc="-90" dirty="0"/>
              <a:t>is</a:t>
            </a:r>
            <a:r>
              <a:rPr sz="3200" spc="-50" dirty="0"/>
              <a:t> </a:t>
            </a:r>
            <a:r>
              <a:rPr sz="3200" spc="-254" dirty="0"/>
              <a:t>a</a:t>
            </a:r>
            <a:r>
              <a:rPr sz="3200" spc="-50" dirty="0"/>
              <a:t> </a:t>
            </a:r>
            <a:r>
              <a:rPr sz="3200" spc="-240" dirty="0"/>
              <a:t>Reverse</a:t>
            </a:r>
            <a:r>
              <a:rPr sz="3200" spc="-50" dirty="0"/>
              <a:t> </a:t>
            </a:r>
            <a:r>
              <a:rPr sz="3200" spc="-180" dirty="0"/>
              <a:t>Proxy?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292830"/>
            <a:ext cx="3832860" cy="305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935" marR="289560" indent="-356870" algn="just">
              <a:lnSpc>
                <a:spcPct val="115999"/>
              </a:lnSpc>
              <a:spcBef>
                <a:spcPts val="95"/>
              </a:spcBef>
              <a:buChar char="●"/>
              <a:tabLst>
                <a:tab pos="368935" algn="l"/>
                <a:tab pos="37020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	Sits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backend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(used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servers).</a:t>
            </a:r>
            <a:endParaRPr sz="1650">
              <a:latin typeface="Arial"/>
              <a:cs typeface="Arial"/>
            </a:endParaRPr>
          </a:p>
          <a:p>
            <a:pPr marL="368935" marR="5080" indent="-356870" algn="just">
              <a:lnSpc>
                <a:spcPct val="115999"/>
              </a:lnSpc>
              <a:buChar char="●"/>
              <a:tabLst>
                <a:tab pos="368935" algn="l"/>
                <a:tab pos="37020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	Clients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don’t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communicate 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65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65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servers—requests</a:t>
            </a:r>
            <a:r>
              <a:rPr sz="165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35" dirty="0">
                <a:solidFill>
                  <a:srgbClr val="685D46"/>
                </a:solidFill>
                <a:latin typeface="Arial"/>
                <a:cs typeface="Arial"/>
              </a:rPr>
              <a:t>go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through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proxy.</a:t>
            </a:r>
            <a:endParaRPr sz="1650">
              <a:latin typeface="Arial"/>
              <a:cs typeface="Arial"/>
            </a:endParaRPr>
          </a:p>
          <a:p>
            <a:pPr marL="368935" marR="222250" indent="-356870" algn="just">
              <a:lnSpc>
                <a:spcPct val="115999"/>
              </a:lnSpc>
              <a:spcBef>
                <a:spcPts val="5"/>
              </a:spcBef>
              <a:buChar char="●"/>
              <a:tabLst>
                <a:tab pos="368935" algn="l"/>
                <a:tab pos="37020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	Used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balancing,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caching,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55" dirty="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termination.</a:t>
            </a:r>
            <a:endParaRPr sz="1650">
              <a:latin typeface="Arial"/>
              <a:cs typeface="Arial"/>
            </a:endParaRPr>
          </a:p>
          <a:p>
            <a:pPr marL="370840" indent="-358140" algn="just">
              <a:lnSpc>
                <a:spcPct val="100000"/>
              </a:lnSpc>
              <a:spcBef>
                <a:spcPts val="315"/>
              </a:spcBef>
              <a:buChar char="●"/>
              <a:tabLst>
                <a:tab pos="370840" algn="l"/>
              </a:tabLst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ct val="100000"/>
              </a:lnSpc>
              <a:spcBef>
                <a:spcPts val="315"/>
              </a:spcBef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ct val="100000"/>
              </a:lnSpc>
              <a:spcBef>
                <a:spcPts val="225"/>
              </a:spcBef>
              <a:buChar char="○"/>
              <a:tabLst>
                <a:tab pos="825500" algn="l"/>
              </a:tabLst>
            </a:pP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3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3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3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3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speed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ct val="100000"/>
              </a:lnSpc>
              <a:spcBef>
                <a:spcPts val="229"/>
              </a:spcBef>
              <a:buChar char="○"/>
              <a:tabLst>
                <a:tab pos="825500" algn="l"/>
              </a:tabLst>
            </a:pPr>
            <a:r>
              <a:rPr sz="1300" spc="-20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3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protection</a:t>
            </a:r>
            <a:r>
              <a:rPr sz="13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3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6425" y="1230992"/>
            <a:ext cx="4242648" cy="18070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4675" y="3261720"/>
            <a:ext cx="3260133" cy="1686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31698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35" dirty="0"/>
              <a:t>Key</a:t>
            </a:r>
            <a:r>
              <a:rPr sz="3200" spc="-140" dirty="0"/>
              <a:t> </a:t>
            </a:r>
            <a:r>
              <a:rPr sz="3200" spc="-210" dirty="0"/>
              <a:t>Differences</a:t>
            </a:r>
            <a:r>
              <a:rPr sz="3200" spc="-165" dirty="0"/>
              <a:t> </a:t>
            </a:r>
            <a:r>
              <a:rPr sz="3200" spc="-10" dirty="0"/>
              <a:t>-</a:t>
            </a:r>
            <a:r>
              <a:rPr sz="3200" spc="-250" dirty="0"/>
              <a:t> </a:t>
            </a:r>
            <a:r>
              <a:rPr sz="3200" spc="-254" dirty="0"/>
              <a:t>Forward</a:t>
            </a:r>
            <a:r>
              <a:rPr sz="3200" spc="-90" dirty="0"/>
              <a:t> </a:t>
            </a:r>
            <a:r>
              <a:rPr sz="3200" spc="-190" dirty="0"/>
              <a:t>vs.</a:t>
            </a:r>
            <a:r>
              <a:rPr sz="3200" spc="-235" dirty="0"/>
              <a:t> </a:t>
            </a:r>
            <a:r>
              <a:rPr sz="3200" spc="-240" dirty="0"/>
              <a:t>Reverse</a:t>
            </a:r>
            <a:r>
              <a:rPr sz="3200" spc="-30" dirty="0"/>
              <a:t> </a:t>
            </a:r>
            <a:r>
              <a:rPr sz="3200" spc="-140" dirty="0"/>
              <a:t>Proxy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575" y="1310875"/>
            <a:ext cx="8124824" cy="1904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15226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70" dirty="0"/>
              <a:t>Use</a:t>
            </a:r>
            <a:r>
              <a:rPr sz="3200" spc="-85" dirty="0"/>
              <a:t> </a:t>
            </a:r>
            <a:r>
              <a:rPr sz="3200" spc="-204" dirty="0"/>
              <a:t>Cases</a:t>
            </a:r>
            <a:r>
              <a:rPr sz="3200" spc="-40" dirty="0"/>
              <a:t> </a:t>
            </a:r>
            <a:r>
              <a:rPr sz="3200" spc="-215" dirty="0"/>
              <a:t>for</a:t>
            </a:r>
            <a:r>
              <a:rPr sz="3200" spc="-45" dirty="0"/>
              <a:t> </a:t>
            </a:r>
            <a:r>
              <a:rPr sz="3200" spc="-254" dirty="0"/>
              <a:t>Forward</a:t>
            </a:r>
            <a:r>
              <a:rPr sz="3200" spc="-40" dirty="0"/>
              <a:t> </a:t>
            </a:r>
            <a:r>
              <a:rPr sz="3200" spc="-180" dirty="0"/>
              <a:t>Proxy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884929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6096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Privacy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Anonymity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(Hides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user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IP)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Filtering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(Restrict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certain websites)</a:t>
            </a:r>
            <a:endParaRPr sz="1800">
              <a:latin typeface="Arial"/>
              <a:cs typeface="Arial"/>
            </a:endParaRPr>
          </a:p>
          <a:p>
            <a:pPr marL="379095" marR="15430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Bypass</a:t>
            </a:r>
            <a:r>
              <a:rPr sz="180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Geo-restrictions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(Access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region-blocked</a:t>
            </a:r>
            <a:r>
              <a:rPr sz="1800" spc="48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content)</a:t>
            </a:r>
            <a:endParaRPr sz="1800">
              <a:latin typeface="Arial"/>
              <a:cs typeface="Arial"/>
            </a:endParaRPr>
          </a:p>
          <a:p>
            <a:pPr marL="379095" marR="36385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(Reduce</a:t>
            </a:r>
            <a:r>
              <a:rPr sz="1800" spc="-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redundant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speed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browsing)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079882"/>
            <a:ext cx="3160958" cy="35504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09892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70" dirty="0"/>
              <a:t>Use</a:t>
            </a:r>
            <a:r>
              <a:rPr sz="3200" spc="-70" dirty="0"/>
              <a:t> </a:t>
            </a:r>
            <a:r>
              <a:rPr sz="3200" spc="-204" dirty="0"/>
              <a:t>Cases</a:t>
            </a:r>
            <a:r>
              <a:rPr sz="3200" spc="-30" dirty="0"/>
              <a:t> </a:t>
            </a:r>
            <a:r>
              <a:rPr sz="3200" spc="-215" dirty="0"/>
              <a:t>for</a:t>
            </a:r>
            <a:r>
              <a:rPr sz="3200" spc="-25" dirty="0"/>
              <a:t> </a:t>
            </a:r>
            <a:r>
              <a:rPr sz="3200" spc="-240" dirty="0"/>
              <a:t>Reverse</a:t>
            </a:r>
            <a:r>
              <a:rPr sz="3200" spc="-30" dirty="0"/>
              <a:t> </a:t>
            </a:r>
            <a:r>
              <a:rPr sz="3200" spc="-180" dirty="0"/>
              <a:t>Proxy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903979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4254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8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(Distribute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traﬃc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servers)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Protection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(Hide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block</a:t>
            </a:r>
            <a:r>
              <a:rPr sz="18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attacks)</a:t>
            </a:r>
            <a:endParaRPr sz="1800">
              <a:latin typeface="Arial"/>
              <a:cs typeface="Arial"/>
            </a:endParaRPr>
          </a:p>
          <a:p>
            <a:pPr marL="379095" marR="43942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-180" dirty="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Termination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(Oﬄoad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685D46"/>
                </a:solidFill>
                <a:latin typeface="Arial"/>
                <a:cs typeface="Arial"/>
              </a:rPr>
              <a:t>SSL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proxy)</a:t>
            </a:r>
            <a:endParaRPr sz="1800">
              <a:latin typeface="Arial"/>
              <a:cs typeface="Arial"/>
            </a:endParaRPr>
          </a:p>
          <a:p>
            <a:pPr marL="379095" marR="6985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Compression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(Reduce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600" y="1111592"/>
            <a:ext cx="3362105" cy="35380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8160384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5" dirty="0"/>
              <a:t>Interview</a:t>
            </a:r>
            <a:r>
              <a:rPr sz="3200" spc="-135" dirty="0"/>
              <a:t> </a:t>
            </a:r>
            <a:r>
              <a:rPr sz="3200" spc="-229" dirty="0"/>
              <a:t>Questions</a:t>
            </a:r>
            <a:r>
              <a:rPr sz="3200" spc="-25" dirty="0"/>
              <a:t> </a:t>
            </a:r>
            <a:r>
              <a:rPr sz="3200" spc="-275" dirty="0"/>
              <a:t>on</a:t>
            </a:r>
            <a:r>
              <a:rPr sz="3200" spc="-25" dirty="0"/>
              <a:t> </a:t>
            </a:r>
            <a:r>
              <a:rPr sz="3200" spc="-254" dirty="0"/>
              <a:t>Forward</a:t>
            </a:r>
            <a:r>
              <a:rPr sz="3200" spc="-25" dirty="0"/>
              <a:t> </a:t>
            </a:r>
            <a:r>
              <a:rPr sz="3200" spc="-215" dirty="0"/>
              <a:t>Proxy</a:t>
            </a:r>
            <a:r>
              <a:rPr sz="3200" spc="-190" dirty="0"/>
              <a:t> vs.</a:t>
            </a:r>
            <a:r>
              <a:rPr sz="3200" spc="-229" dirty="0"/>
              <a:t> </a:t>
            </a:r>
            <a:r>
              <a:rPr sz="3200" spc="-240" dirty="0"/>
              <a:t>Reverse</a:t>
            </a:r>
            <a:r>
              <a:rPr sz="3200" spc="-30" dirty="0"/>
              <a:t> </a:t>
            </a:r>
            <a:r>
              <a:rPr sz="3200" spc="-140" dirty="0"/>
              <a:t>Proxy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7216775" cy="30664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68300" indent="-355600">
              <a:lnSpc>
                <a:spcPts val="1945"/>
              </a:lnSpc>
              <a:spcBef>
                <a:spcPts val="115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sz="1650" spc="-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used?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proxy.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Technical</a:t>
            </a:r>
            <a:r>
              <a:rPr sz="1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Deep</a:t>
            </a:r>
            <a:r>
              <a:rPr sz="1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20" dirty="0">
                <a:solidFill>
                  <a:srgbClr val="685D46"/>
                </a:solidFill>
                <a:latin typeface="Arial"/>
                <a:cs typeface="Arial"/>
              </a:rPr>
              <a:t>Dive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3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3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3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3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3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3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privacy?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caching?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examples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3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proxies?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Implementation</a:t>
            </a:r>
            <a:r>
              <a:rPr sz="165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65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65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Cases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tools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technologies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type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of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proxy?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protect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attacks?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sz="165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Topics</a:t>
            </a:r>
            <a:endParaRPr sz="1650">
              <a:latin typeface="Arial"/>
              <a:cs typeface="Arial"/>
            </a:endParaRPr>
          </a:p>
          <a:p>
            <a:pPr marL="825500" lvl="1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35" dirty="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termination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proxy?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Cloudﬂare,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Nginx,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HAProxy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proxy?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520"/>
              </a:lnSpc>
              <a:buChar char="○"/>
              <a:tabLst>
                <a:tab pos="825500" algn="l"/>
              </a:tabLst>
            </a:pP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3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transparent</a:t>
            </a:r>
            <a:r>
              <a:rPr sz="13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sz="13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65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3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proxy?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6296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10" dirty="0"/>
              <a:t>Wrap-</a:t>
            </a:r>
            <a:r>
              <a:rPr sz="3200" spc="-285" dirty="0"/>
              <a:t>Up</a:t>
            </a:r>
            <a:r>
              <a:rPr sz="3200" spc="-50" dirty="0"/>
              <a:t> </a:t>
            </a:r>
            <a:r>
              <a:rPr sz="3200" spc="-90" dirty="0"/>
              <a:t>&amp;</a:t>
            </a:r>
            <a:r>
              <a:rPr sz="3200" spc="-114" dirty="0"/>
              <a:t> </a:t>
            </a:r>
            <a:r>
              <a:rPr sz="3200" spc="-325" dirty="0"/>
              <a:t>What’s</a:t>
            </a:r>
            <a:r>
              <a:rPr sz="3200" spc="-50" dirty="0"/>
              <a:t> </a:t>
            </a:r>
            <a:r>
              <a:rPr sz="3200" spc="-190" dirty="0"/>
              <a:t>Next?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327265" cy="16637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Takeaways: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interact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internet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securely.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protects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optimizes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usage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designing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Topic: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Balancers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470</Words>
  <Application>Microsoft Office PowerPoint</Application>
  <PresentationFormat>On-screen Show (16:9)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Forward Proxy vs. Reverse Proxy</vt:lpstr>
      <vt:lpstr>What is a Proxy?</vt:lpstr>
      <vt:lpstr>What is a Forward Proxy?</vt:lpstr>
      <vt:lpstr>What is a Reverse Proxy?</vt:lpstr>
      <vt:lpstr>Key Differences - Forward vs. Reverse Proxy</vt:lpstr>
      <vt:lpstr>Use Cases for Forward Proxy</vt:lpstr>
      <vt:lpstr>Use Cases for Reverse Proxy</vt:lpstr>
      <vt:lpstr>Interview Questions on Forward Proxy vs. Reverse Proxy</vt:lpstr>
      <vt:lpstr>Wrap-Up &amp; 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cp:lastModifiedBy>RAVI GV</cp:lastModifiedBy>
  <cp:revision>1</cp:revision>
  <dcterms:created xsi:type="dcterms:W3CDTF">2025-11-15T06:20:52Z</dcterms:created>
  <dcterms:modified xsi:type="dcterms:W3CDTF">2025-11-15T06:30:56Z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